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1463040"/>
            <a:ext cx="1554480" cy="1554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6002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JhengHei"/>
              </a:defRPr>
            </a:pPr>
            <a:r>
              <a:t>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293B"/>
                </a:solidFill>
                <a:latin typeface="Microsoft JhengHei"/>
              </a:defRPr>
            </a:pPr>
            <a:r>
              <a:t>班級親師互動網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75569"/>
                </a:solidFill>
                <a:latin typeface="Microsoft JhengHei"/>
              </a:defRPr>
            </a:pPr>
            <a:r>
              <a:t>Parent–Teacher Hub  ·  手把手操作教學簡報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Made by 阿剛老師  ·  Firebase 免費雲端架構  ·  單檔部署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目　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系統概覽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81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技術架構與七大功能模組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161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Firebase 帳號建立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481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手把手圖解免費資料庫申請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677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首次連線與設定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32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貼上設定值、分享連結、QR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4028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2677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老師後台操作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32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十大分頁完整導覽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9184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192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聯絡簿操作流程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584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編輯、發布、已讀簽章、全螢幕放大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9184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31927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作業檢核即時狀況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584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四狀態切換、即時檢核模式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34340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708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公告·日曆·回條·資源·小考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636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五大模組操作精要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34340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37083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私訊系統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636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家長↔老師即時溝通與Email通知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9496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223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分享與部署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687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GitHub Pages、QR Code、短網址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394960"/>
            <a:ext cx="6400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42239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常見問題與進階技巧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6875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JhengHei"/>
              </a:defRPr>
            </a:pPr>
            <a:r>
              <a:t>安全規則、索引、AI提示詞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系統概覽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定位、技術架構與七大功能模組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75569"/>
                </a:solidFill>
                <a:latin typeface="Microsoft JhengHei"/>
              </a:defRPr>
            </a:pPr>
            <a:r>
              <a:t>免伺服器、免後端程式  ·  單一 HTML 檔案即可運作</a:t>
            </a:r>
            <a:br/>
            <a:r>
              <a:t>適用國中小班級、班親會、代理教師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第一章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系統定位與技術架構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Microsoft JhengHei"/>
              </a:defRPr>
            </a:pPr>
            <a:r>
              <a:t>系統定位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免伺服器：不需要自架主機或購買空間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免後端：所有邏輯寫在前端 HTML/JS 中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免費雲端：Firebase 免費方案足以支撐班級使用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單檔部署：一個 index.html 即可完成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跨裝置：手機、平板、電腦皆可使用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技術架構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前端：HTML + Tailwind CSS（CDN）+ 原生 JavaScript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資料庫：Cloud Firestore（Firebase NoSQL）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認證：Firebase Authentication（匿名 + 密碼）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字型：Noto Sans TC（Google Fonts CDN）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QR Code：qrcodejs CDN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圖片壓縮：Canvas API（前端即時處理）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Email 通知：Web3Forms 免費服務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11155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97680"/>
            <a:ext cx="1088136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七大功能模組一覽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📒 每日聯絡簿　　📝 作業檢核即時狀況　　📅 班級日曆　　📣 公告與榮譽榜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📎 紙本回條回傳（拍照上傳+審核）　　⚡ 資源充電站（分類學習連結）　　📊 今日小考成績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💬 私訊系統（家長↔老師即時溝通 + Email 通知）　　🛠️ 老師後台（十大管理分頁）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Firebase 帳號建立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手把手圖解免費資料庫申請流程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第二章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Step 1～3：建立專案與資料庫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前往 Firebase 主控台（console.firebase.google.com），用 Google 帳號登入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點「新增專案」→ 輸入專案名稱（如：我的班級親師網）→ 一路按「繼續」完成建立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  可關閉 Google Analytics（非必要）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左側選單 → 「建構」→ 「Firestore Database」→ 點「建立資料庫」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  選「以測試模式啟動」（重要！否則無法讀寫資料）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  地區建議選擇 asia-east1（台灣）→ 點「啟用」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第二章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Step 4～6：啟用匿名登入 &amp; 取得設定值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左側「建構」→ 「Authentication」→ 點「開始使用」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  切換到「Sign-in method」分頁 → 啟用「匿名」→ 存檔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回到「專案總覽」→ 點「&lt;/&gt;」（網頁）圖示 → 輸入應用程式名稱 → 完成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  系統會顯示一段 firebaseConfig 程式碼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複製 config 物件中 {} 內的六行 Key/Value（如 apiKey, authDomain, projectId…）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  這六行就是您的 Firebase 連線憑證，請妥善保存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第二章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Firebase 免費方案限制（供參考）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Microsoft JhengHei"/>
              </a:defRPr>
            </a:pPr>
            <a:r>
              <a:t>Firestore 免費方案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儲存空間：1 GB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讀取次數：50,000 次/日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寫入次數：20,000 次/日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同時連線：無限制（前端直接連線）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一個班級（30人）日常使用綽綽有餘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Authentication 免費方案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匿名登入：無限制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每月活躍使用者（MAU）：50,000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圖片大小：系統自動壓縮至 ~800px 寬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回條照片以 Base64 存入 Firestore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超出免費額度需綁信用卡（但班級使用極難超出）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首次連線與設定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貼上設定值、分享連結、QR Code 產生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第三章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貼上 Firebase 設定值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開啟 index.html → 首次會看到「尚未連線資料庫」引導畫面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點「⚙️ 設定 Firebase 連線」按鈕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在文字框中貼上六行設定值（不需要貼大括號或變數宣告）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  範例：apiKey: "AIza...", projectId: "xxx", appId: "1:xxx"…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點「解析並儲存（重新整理）」→ 頁面自動重新整理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確認頂部連線狀態列顯示「🟢 已連線」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931920"/>
            <a:ext cx="11155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108813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設定值來源優先級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1️⃣ 網址參數（?config=BASE64）→ 適合分享連結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2️⃣ 程式碼寫死（firebaseConfig 物件）→ 適合個人固定使用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3️⃣ LocalStorage 動態設定 → 透過設定頁面儲存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三者皆無效時，會進入「主畫面引導」狀態，請點畫面上的設定按鈕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第三章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產生分享連結與 QR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登入老師後台 → 點「設定」分頁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或直接點底部「⚙️ 系統設定」→ 點「產生分享連結」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系統自動將設定值 Base64 編碼放入網址參數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產生完整網址 + QR Code + 短網址（TinyURL）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家長/同事開啟此連結即自動連線，無需手動貼設定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65760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74904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使用場景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列印 QR Code 貼在教室聯絡簿上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把連結貼到 LINE 班級群組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分享給代理老師或行政人員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749040"/>
            <a:ext cx="5029200" cy="548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23C"/>
                </a:solidFill>
                <a:latin typeface="Microsoft JhengHei"/>
              </a:defRPr>
            </a:pPr>
            <a:r>
              <a:t>注意事項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434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分享連結含完整設定值，請勿公開分享到社群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連結會將設定寫入對方 LocalStorage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清除本機設定可回到初始狀態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老師後台操作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十大管理分頁完整導覽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第四章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登入老師後台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點擊右上角「登入」按鈕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切換到「老師」分頁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輸入後台密碼 → 點「進入後台」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  首次使用：輸入任意密碼即自動建立後台帳號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  非首次：需輸入正確密碼才能進入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登入後，頁面底部會出現「🛠️ 進入老師後台」按鈕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37160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1：設定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735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班級名稱、權限矩陣、模組順序、Email通知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00400"/>
            <a:ext cx="1371600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2：學生帳號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2735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單筆新增/編輯/刪除、批次匯入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58768"/>
            <a:ext cx="13716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04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3：聯絡簿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31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編輯發布、查看已讀報表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58768"/>
            <a:ext cx="1371600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904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4：作業檢核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931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自動載入作業、即時檢核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17136"/>
            <a:ext cx="1371600" cy="502920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62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5：公告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90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發布公告(含圖)、隱藏/刪除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517136"/>
            <a:ext cx="137160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562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6：日曆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5902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單筆/批次匯入、AI提示詞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75504"/>
            <a:ext cx="13716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21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7：回條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24865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建立項目、審核照片、匯出CSV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5175504"/>
            <a:ext cx="13716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5221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8：私訊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24865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查看對話、回覆、收回、匯出HTML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33872"/>
            <a:ext cx="1371600" cy="50292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879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9：資源連結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90702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新增/分類管理學習資源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833872"/>
            <a:ext cx="1371600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58795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分頁 10：小考成績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90702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JhengHei"/>
              </a:defRPr>
            </a:pPr>
            <a:r>
              <a:t>批次匯入、單筆輸入、AI提示詞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第四章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後台「設定」分頁詳解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班級設定區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班級名稱：影響頂部標題與頁面標題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功能模組啟用與權限：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🚫 關閉 → 主畫面完全不顯示此模組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🌐 公開瀏覽 → 所有人可見（不需登入）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🔒 登入瀏覽 → 未登入者看不到，登入後才出現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模組顯示順序：用 ▲▼ 調整各模組由上到下排列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變更老師後台密碼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Email 通知設定（Web3Forms）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前往 web3forms.com 輸入 Email 取得免費 Access Key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貼入 Access Key → 點「✉️ 測試」確認能收信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請同時檢查垃圾郵件匣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勾選「家長傳送私訊時，自動寄通知信」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點「儲存設定」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同一家長 10 分鐘內的後續訊息不會重複寄信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通知信寄到您申請 Key 時所用的 Email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第四章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後台「學生帳號」分頁詳解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Microsoft JhengHei"/>
              </a:defRPr>
            </a:pPr>
            <a:r>
              <a:t>單筆新增/編輯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點「＋ 新增單筆」→ 填入座號、姓名、密碼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可勾選「前台隱藏姓名」保護個資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座號為唯一識別碼，不可重複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批次匯入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格式：每行一位，座號,姓名,密碼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支援逗號或 Tab 分隔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範例：01,王小明,123456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貼上名單 → 點「執行批次匯入」→ 自動寫入 Firestore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11155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97680"/>
            <a:ext cx="10881360" cy="548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23C"/>
                </a:solidFill>
                <a:latin typeface="Microsoft JhengHei"/>
              </a:defRPr>
            </a:pPr>
            <a:r>
              <a:t>提醒事項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學生密碼為前端輕量保護，適合一般班級非機敏用途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如需更高安全性，請改用 Firebase 自訂後端驗證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刪除學生不會自動刪除其回條繳交紀錄或私訊紀錄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聯絡簿操作流程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編輯、發布、已讀簽章、全螢幕放大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第五章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老師端：編輯與發布聯絡簿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1.  在主畫面「每日聯絡簿」卡片中，點「✏️ 編輯聯絡簿」按鈕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2.  選擇日期（預設今天）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3.  輸入聯絡簿內容：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4.    以「- 」開頭逐項列出作業 → 會自動成為「作業檢核」欄位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5.    支援 **粗體**、行首 - 清單、網址自動連結化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6.    以「：」結尾的行會顯示為區段標題（如「今日作業：」）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7.  點「發布／更新」→ 即時同步到所有家長裝置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72000"/>
            <a:ext cx="11155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663440"/>
            <a:ext cx="108813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聯絡簿輸入範例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今日作業：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- 國語習作 P.10（第三大題全部）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- 數學訂正上次小考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- 英語課文朗讀練習（明天抽考）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以上作業會自動出現在「作業檢核」模組中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第五章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家長端：查看聯絡簿 &amp; 已讀簽章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家長登入後（選擇座號 + 專屬密碼）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主畫面「每日聯絡簿」卡片會自動載入當日內容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內容以兩欄卡片式呈現，每項作業有編號圓圈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點「✋ 我已閱讀」按鈕完成簽章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  老師可即時在聯絡簿下方看到已讀/未讀座號報表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7472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566160"/>
            <a:ext cx="50292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Microsoft JhengHei"/>
              </a:defRPr>
            </a:pPr>
            <a:r>
              <a:t>全螢幕放大模式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點「🔍 放大」按鈕 → 進入全螢幕顯示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方便學生在課堂上抄寫聯絡簿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字級可在 20px～80px 間調整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支援 A− / A+ 按鈕微調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按 ESC 或點「✕ 關閉」退出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303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356616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03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已讀報表（老師端）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60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聯絡簿卡片底部自動顯示家長已讀狀況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✅ 已讀：顯示已讀座號列表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❌ 未讀：顯示未讀座號列表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全部已讀時顯示「全部已讀 🎉」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後台「聯絡簿」分頁也可查看完整已讀報表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作業檢核即時狀況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四狀態切換、即時檢核模式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第六章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建立今日作業檢核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1.  老師在主畫面「今日作業繳交即時狀況」卡片中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2.  點「🔄 建立今日檢核」按鈕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3.  系統自動查詢「前一上課日」的聯絡簿內容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4.  提取所有以「- 」開頭的作業項目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5.    首次使用時，Firebase 需要建立索引（約 1-2 分鐘）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6.    依畫面提示點「前往建立索引」即可（只需做一次）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7.  建立後，全班作業檢核表即時出現在主畫面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11155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108813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四種作業狀態（循環切換）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⚪ 未繳交（灰色）→ 🟢 已繳交（綠色）→ 🟡 待訂正（黃色）→ 🔵 已訂正（藍色）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老師點擊欄位即可循環切換狀態，即時儲存到 Firebase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家長端即時看到更新後的狀態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家長僅能看到自己孩子的作業檢核情形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第六章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主畫面「即時檢核」模式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老師在主畫面點「✏️ 立即檢核」按鈕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  按鈕變為綠色「✓ 檢核中（點欄位即存）」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此時表格中所有欄位變為可點擊按鈕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老師逐一檢查學生作業，點擊切換狀態 → 自動儲存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  無需進入後台，直接在主畫面完成檢核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完成後再點一次「✓ 檢核中」退出檢核模式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11155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206240"/>
            <a:ext cx="108813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顯示方式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老師視角：左右兩欄顯示全班（依人數等分），自己的座號以黃底標示 ⭐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家長視角：僅顯示自己孩子的作業檢核表，不會看到其他同學狀態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作業來源：顯示自動提取的日期（前一上課日聯絡簿）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公告·日曆·回條·資源·小考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五大模組操作精要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第七章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公告與榮譽榜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23C"/>
                </a:solidFill>
                <a:latin typeface="Microsoft JhengHei"/>
              </a:defRPr>
            </a:pPr>
            <a:r>
              <a:t>老師：發布公告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點「📣 新增公告」→ 輸入標題、內文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可附加多張圖片（系統自動壓縮）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支援 **粗體**、網址自動連結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可隨時隱藏或刪除公告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家長：查看公告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主畫面「公告與榮譽榜」卡片自動載入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以文章卡片呈現，含標題、日期、內文、圖片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點擊圖片可放大檢視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權限可設定為公開/登入瀏覽/關閉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第七章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班級日曆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操作方式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月曆檢視：每日格子中顯示活動名稱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← → 按鈕切換月份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點擊活動 → 彈出詳情（含描述、超連結）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今天日期以紫底標示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批次匯入 &amp; AI 輔助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格式：年/月/日,活動名稱,描述,網址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支援逗號或 Tab 分隔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可複製「AI 提示詞」貼給 Gemini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AI 幫你從 LINE 雜亂文字中提取活動資訊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第七章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紙本回條回傳（拍照上傳）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1.  老師建立回條項目：輸入名稱 + 截止日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2.  家長在主畫面看到回條，點「📷 拍照/上傳」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3.    支援手機相機直接拍攝或選擇照片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4.    照片自動壓縮為 JPEG（~800px 寬）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5.  上傳後狀態為「⏳ 已回傳，等待老師審核」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6.  老師在後台點座號審核：通過 ✅ 或 退回 ❌（附原因）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7.  退回後家長可重新上傳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72000"/>
            <a:ext cx="11155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663440"/>
            <a:ext cx="108813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匯出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老師在後台點「匯出清單」→ 下載 CSV 檔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包含：座號、姓名、狀態（已通過/待審核/已退回/未繳交）、退回原因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第七章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資源充電站 &amp; 今日小考成績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資源充電站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老師新增學習資源連結：名稱 + 網址 + 分類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同分類的資源自動分組顯示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家長點擊即可直達學習網站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權限可設為公開/登入瀏覽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今日小考成績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家長僅能看到自己孩子的成績（嚴格隱私保護）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老師可看到全班成績表格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支援多科目成績 + 老師評語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日期下拉選單切換不同考試日期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06240"/>
            <a:ext cx="11155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97680"/>
            <a:ext cx="108813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小考成績發布方式（老師後台）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批次匯入：貼上標題列 + 成績資料（座號,科目1,科目2,評語）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單筆輸入：選擇日期 → 輸入科目 → 逐位學生輸入成績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AI 提示詞：複製提示詞貼給 Gemini，附上手寫成績單照片，AI 自動轉成匯入格式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私訊系統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家長↔老師即時溝通與 Email 通知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第八章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家長端：聯絡老師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家長登入後，右下角出現浮動「💬 聯絡老師」按鈕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  紅色圓點顯示未讀老師訊息數量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點擊按鈕 → 開啟對話視窗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輸入訊息 → 點「送出」或按 Enter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  訊息即時寫入 Firebase，老師端同步收到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老師回覆的訊息會即時出現在對話中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第八章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老師端：查看家長私訊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1.  老師登入後，右下角出現浮動「📨 家長私訊」按鈕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2.    紅色圓點 = 未讀家長私訊數量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3.    琥珀色圓點 = 等待回覆的對話數量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4.  點擊按鈕 → 開啟收件匣（依座號分組）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5.  點擊座號 → 開啟該家長完整對話 → 輸入回覆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6.    老師可「收回」訊息（永久移除，家長端也不見）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7.    可「匯出 HTML」保存完整對話紀錄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第八章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Email 自動通知（Web3Forms）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1.  老師在後台「設定」分頁中設定 Web3Forms Access Key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2.    前往 web3forms.com → 輸入 Email → 取得免費 Key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3.  勾選「家長傳送私訊時，自動寄一封通知信」→ 儲存設定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4.  家長傳訊息時，系統自動寄 Email 通知老師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5.    同一家長 10 分鐘內的後續訊息不會重複寄信（節流機制）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6.    通知信寄到您申請 Key 時所用的 Email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7.  可點「✉️ 測試」確認 Email 通知是否正常運作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72000"/>
            <a:ext cx="11155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663440"/>
            <a:ext cx="108813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私訊功能特性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即時同步：家長傳送 → 老師立即看到（Firebase onSnapshot 即時監聽）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已讀標記：老師讀取後自動標記 readByTeacher，家長端更新未讀數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隱私保護：家長僅看到自己的訊息，不會看到其他家長的對話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分享與部署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GitHub Pages、QR Code、短網址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第九章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部署方式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3200400" cy="5486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GitHub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建立 GitHub 倉庫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將 index.html 推送到倉庫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Settings → Pages → 選分支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自動產生網址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免費、穩定、支援 HTTPS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88720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80160"/>
            <a:ext cx="3200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Microsoft JhengHei"/>
              </a:defRPr>
            </a:pPr>
            <a:r>
              <a:t>其他免費託管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745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Netlify：拖曳上傳即部署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Vercel：GitHub 整合部署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Cloudflare Pages：全球 CDN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Google Drive：直接託管 HTML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適合快速分享測試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6576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280160"/>
            <a:ext cx="338328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17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多裝置存取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7452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手機瀏覽器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平板瀏覽器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電腦瀏覽器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所有資料同步（Firebase 雲端）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響應式設計，適配各種螢幕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手機可加到主畫面當 App 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第九章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QR Code 與短網址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1.  在「⚙️ 系統設定」中點「產生分享連結」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2.  系統自動產生：完整網址 + QR Code + 短網址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3.  QR Code 可直接截圖列印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4.  短網址透過 TinyURL 服務產生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5.    適合手動貼到 LINE 群組、聯絡簿、校網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  <a:latin typeface="Microsoft JhengHei"/>
              </a:defRPr>
            </a:pPr>
            <a:r>
              <a:t>6.    家長掃描 QR Code 即可開啟系統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931920"/>
            <a:ext cx="11155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023360"/>
            <a:ext cx="108813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分享連結原理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177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將 Firebase 設定值 JSON → Base64 編碼 → 放入網址參數 ?config=...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對方開啟時，系統自動解析參數 → 寫入 LocalStorage → 連線 Firebase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無需手動貼設定，一鍵連線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開啟後網址參數自動清除（不殘留）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第十章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常見問題與進階技巧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  <a:latin typeface="Microsoft JhengHei"/>
              </a:defRPr>
            </a:pPr>
            <a:r>
              <a:t>安全規則、索引、AI 提示詞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第十章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Firebase 安全規則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1155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0881360" cy="54864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E123C"/>
                </a:solidFill>
                <a:latin typeface="Microsoft JhengHei"/>
              </a:defRPr>
            </a:pPr>
            <a:r>
              <a:t>建議安全規則（貼到 Firestore → 規則 → 發布）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rules_version = '2';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service cloud.firestore { match /databases/{database}/documents {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match /{document=**} {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  allow read, write: if request.time &lt; timestamp.date(2126, 7, 24);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}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E123C"/>
                </a:solidFill>
                <a:latin typeface="Microsoft JhengHei"/>
              </a:defRPr>
            </a:pPr>
            <a:r>
              <a:t>⚠️ 測試模式會在 30 天後過期，正式上線前請更新安全規則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206240"/>
            <a:ext cx="111556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1088136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Microsoft JhengHei"/>
              </a:defRPr>
            </a:pPr>
            <a:r>
              <a:t>操作步驟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Firebase 主控台 → Firestore Database → 規則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貼上上述規則 → 點「發布」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本系統已內建「測試模式」規則，可直接複製貼上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規則中的日期可調整（目前設定到 2126 年）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第十章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建立索引問題排除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1.  首次使用「作業檢核」時，Firebase 可能要求建立索引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2.    系統會自動偵測錯誤並彈出說明視窗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3.  點「前往建立索引」→ 跳轉 Firebase 主控台（已自動帶入設定）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4.    點「建立索引 / Create index」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5.    等待索引狀態由「建立中」變為「已啟用」（約 1-2 分鐘）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6.    回到本頁重新操作一次即可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7.  此索引只需建立一次，建立後永久有效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第十章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AI 提示詞使用教學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50292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日曆活動整理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在後台「日曆」分頁中點「一鍵複製 Prompt」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複製後貼給 Gemini / ChatGPT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附上從 LINE 群組、校網複製的雜亂活動文字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AI 會自動整理成：年/月/日,活動名稱,描述,網址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將結果貼回「批次匯入活動」文字框 → 匯入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一次可匯入數十筆活動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035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280160"/>
            <a:ext cx="5029200" cy="54864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47857"/>
                </a:solidFill>
                <a:latin typeface="Microsoft JhengHei"/>
              </a:defRPr>
            </a:pPr>
            <a:r>
              <a:t>小考成績轉換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在後台「小考成績」分頁中點「一鍵複製 Prompt」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複製後貼給 Gemini / ChatGPT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附上手寫成績單照片 / 語音輸入 / LINE 雜亂文字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AI 會自動整理成：座號,科目1,科目2,評語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將結果貼回「批次匯入成績」文字框 → 發布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一次可發布全班成績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第十章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Microsoft JhengHei"/>
              </a:defRPr>
            </a:pPr>
            <a:r>
              <a:t>其他進階技巧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23544"/>
            <a:ext cx="12191695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3200400" cy="54864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Microsoft JhengHei"/>
              </a:defRPr>
            </a:pPr>
            <a:r>
              <a:t>圖片處理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系統自動壓縮圖片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寬度限制 800px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JPEG 品質 80%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適用於公告圖片、回條照片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減少 Firestore 儲存空間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188720"/>
            <a:ext cx="347472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280160"/>
            <a:ext cx="320040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D28D9"/>
                </a:solidFill>
                <a:latin typeface="Microsoft JhengHei"/>
              </a:defRPr>
            </a:pPr>
            <a:r>
              <a:t>權限管理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745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三種模組權限：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🚫 關閉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🌐 公開瀏覽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🔒 登入瀏覽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權限可隨時在後台調整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188720"/>
            <a:ext cx="384048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280160"/>
            <a:ext cx="356616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17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Microsoft JhengHei"/>
              </a:defRPr>
            </a:pPr>
            <a:r>
              <a:t>模組排序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8745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後台「設定」分頁中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用 ▲▼ 按鈕調整各模組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在主畫面上下排列順序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即時生效，家長端同步更新</a:t>
            </a:r>
          </a:p>
          <a:p>
            <a:pPr>
              <a:spcAft>
                <a:spcPts val="400"/>
              </a:spcAft>
              <a:defRPr sz="1400">
                <a:solidFill>
                  <a:srgbClr val="475569"/>
                </a:solidFill>
                <a:latin typeface="Microsoft JhengHei"/>
              </a:defRPr>
            </a:pPr>
            <a:r>
              <a:t>▸    可將最常用模組排到最上方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1645920"/>
            <a:ext cx="1554480" cy="1554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78308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JhengHei"/>
              </a:defRPr>
            </a:pPr>
            <a:r>
              <a:t>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班級親師互動網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75569"/>
                </a:solidFill>
                <a:latin typeface="Microsoft JhengHei"/>
              </a:defRPr>
            </a:pPr>
            <a:r>
              <a:t>感謝使用  ·  祝教學順利！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JhengHei"/>
              </a:defRPr>
            </a:pPr>
            <a:r>
              <a:t>Made by 阿剛老師  ·  CC BY-NC-SA 4.0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